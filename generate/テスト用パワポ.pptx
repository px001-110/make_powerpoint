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0"/>
    <p:sldId id="259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2A2BD-6A10-CC79-57B2-1B4B3073E5CC}" v="2" dt="2026-05-23T01:46:12.475"/>
    <p1510:client id="{3354FB2C-DB79-92AB-870B-83FACFA0E9CB}" v="23" dt="2026-05-23T02:05:33.212"/>
    <p1510:client id="{9A60F071-BACF-6091-6A6D-26B15AF7C0C6}" v="1" dt="2026-05-23T02:08:3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恭之 伊藤" userId="0d509e7263cbb725" providerId="Windows Live" clId="Web-{9A60F071-BACF-6091-6A6D-26B15AF7C0C6}"/>
    <pc:docChg chg="modSld">
      <pc:chgData name="恭之 伊藤" userId="0d509e7263cbb725" providerId="Windows Live" clId="Web-{9A60F071-BACF-6091-6A6D-26B15AF7C0C6}" dt="2026-05-23T02:08:39.802" v="0"/>
      <pc:docMkLst>
        <pc:docMk/>
      </pc:docMkLst>
      <pc:sldChg chg="delSp">
        <pc:chgData name="恭之 伊藤" userId="0d509e7263cbb725" providerId="Windows Live" clId="Web-{9A60F071-BACF-6091-6A6D-26B15AF7C0C6}" dt="2026-05-23T02:08:39.802" v="0"/>
        <pc:sldMkLst>
          <pc:docMk/>
          <pc:sldMk cId="2128380218" sldId="256"/>
        </pc:sldMkLst>
        <pc:spChg chg="del">
          <ac:chgData name="恭之 伊藤" userId="0d509e7263cbb725" providerId="Windows Live" clId="Web-{9A60F071-BACF-6091-6A6D-26B15AF7C0C6}" dt="2026-05-23T02:08:39.802" v="0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  <pc:docChgLst>
    <pc:chgData name="恭之 伊藤" userId="0d509e7263cbb725" providerId="Windows Live" clId="Web-{1922A2BD-6A10-CC79-57B2-1B4B3073E5CC}"/>
    <pc:docChg chg="modSld">
      <pc:chgData name="恭之 伊藤" userId="0d509e7263cbb725" providerId="Windows Live" clId="Web-{1922A2BD-6A10-CC79-57B2-1B4B3073E5CC}" dt="2026-05-23T01:46:12.475" v="1"/>
      <pc:docMkLst>
        <pc:docMk/>
      </pc:docMkLst>
      <pc:sldChg chg="delSp">
        <pc:chgData name="恭之 伊藤" userId="0d509e7263cbb725" providerId="Windows Live" clId="Web-{1922A2BD-6A10-CC79-57B2-1B4B3073E5CC}" dt="2026-05-23T01:46:12.475" v="1"/>
        <pc:sldMkLst>
          <pc:docMk/>
          <pc:sldMk cId="2128380218" sldId="256"/>
        </pc:sldMkLst>
        <pc:spChg chg="del">
          <ac:chgData name="恭之 伊藤" userId="0d509e7263cbb725" providerId="Windows Live" clId="Web-{1922A2BD-6A10-CC79-57B2-1B4B3073E5CC}" dt="2026-05-23T01:46:10.553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恭之 伊藤" userId="0d509e7263cbb725" providerId="Windows Live" clId="Web-{1922A2BD-6A10-CC79-57B2-1B4B3073E5CC}" dt="2026-05-23T01:46:12.475" v="1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恭之 伊藤" userId="0d509e7263cbb725" providerId="Windows Live" clId="Web-{3354FB2C-DB79-92AB-870B-83FACFA0E9CB}"/>
    <pc:docChg chg="modSld">
      <pc:chgData name="恭之 伊藤" userId="0d509e7263cbb725" providerId="Windows Live" clId="Web-{3354FB2C-DB79-92AB-870B-83FACFA0E9CB}" dt="2026-05-23T02:05:33.196" v="16" actId="20577"/>
      <pc:docMkLst>
        <pc:docMk/>
      </pc:docMkLst>
      <pc:sldChg chg="addSp delSp modSp">
        <pc:chgData name="恭之 伊藤" userId="0d509e7263cbb725" providerId="Windows Live" clId="Web-{3354FB2C-DB79-92AB-870B-83FACFA0E9CB}" dt="2026-05-23T02:05:33.196" v="16" actId="20577"/>
        <pc:sldMkLst>
          <pc:docMk/>
          <pc:sldMk cId="2128380218" sldId="256"/>
        </pc:sldMkLst>
        <pc:spChg chg="add del mod">
          <ac:chgData name="恭之 伊藤" userId="0d509e7263cbb725" providerId="Windows Live" clId="Web-{3354FB2C-DB79-92AB-870B-83FACFA0E9CB}" dt="2026-05-23T02:04:07.678" v="4"/>
          <ac:spMkLst>
            <pc:docMk/>
            <pc:sldMk cId="2128380218" sldId="256"/>
            <ac:spMk id="2" creationId="{CA23B914-A74F-93CF-DDD9-E8F217840C67}"/>
          </ac:spMkLst>
        </pc:spChg>
        <pc:spChg chg="add del">
          <ac:chgData name="恭之 伊藤" userId="0d509e7263cbb725" providerId="Windows Live" clId="Web-{3354FB2C-DB79-92AB-870B-83FACFA0E9CB}" dt="2026-05-23T02:04:59.430" v="6"/>
          <ac:spMkLst>
            <pc:docMk/>
            <pc:sldMk cId="2128380218" sldId="256"/>
            <ac:spMk id="3" creationId="{9E473A8F-D99C-3D6E-30CC-16F7B73225AB}"/>
          </ac:spMkLst>
        </pc:spChg>
        <pc:spChg chg="add del">
          <ac:chgData name="恭之 伊藤" userId="0d509e7263cbb725" providerId="Windows Live" clId="Web-{3354FB2C-DB79-92AB-870B-83FACFA0E9CB}" dt="2026-05-23T02:05:13.446" v="8"/>
          <ac:spMkLst>
            <pc:docMk/>
            <pc:sldMk cId="2128380218" sldId="256"/>
            <ac:spMk id="4" creationId="{1D2A98A5-55DB-051F-4063-2D85EFD48050}"/>
          </ac:spMkLst>
        </pc:spChg>
        <pc:spChg chg="add mod">
          <ac:chgData name="恭之 伊藤" userId="0d509e7263cbb725" providerId="Windows Live" clId="Web-{3354FB2C-DB79-92AB-870B-83FACFA0E9CB}" dt="2026-05-23T02:05:33.196" v="16" actId="20577"/>
          <ac:spMkLst>
            <pc:docMk/>
            <pc:sldMk cId="2128380218" sldId="256"/>
            <ac:spMk id="5" creationId="{B6679E4E-2B01-D195-EE01-920B2E433D86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9999" y="2520000"/>
            <a:ext cx="10800000" cy="7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基本的な使い方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空行でスライドを変更</a:t>
            </a:r>
          </a:p>
          <a:p>
            <a:r>
              <a:t>段落の最初の一文をタイトルに</a:t>
            </a:r>
          </a:p>
          <a:p>
            <a:r>
              <a:t>空行あるまでは文章をテキストボックスに入れていく。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作った目的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特になし。出来かと思ってやってみたらできた。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2026-05-23T01:45:45Z</dcterms:created>
  <dcterms:modified xsi:type="dcterms:W3CDTF">2026-05-23T02:08:40Z</dcterms:modified>
</cp:coreProperties>
</file>